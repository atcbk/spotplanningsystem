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397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873BD37-0A4B-4A66-9927-4BB2253D0FE1}">
          <p14:sldIdLst/>
        </p14:section>
        <p14:section name="いただいていた情報" id="{DD873206-5943-4484-A1D4-06977CB94B0F}">
          <p14:sldIdLst/>
        </p14:section>
        <p14:section name="アクションプラン案" id="{3809D747-99BD-482A-9DA3-4CC7BBA781D4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64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E6FF"/>
    <a:srgbClr val="2F2F2F"/>
    <a:srgbClr val="666666"/>
    <a:srgbClr val="000000"/>
    <a:srgbClr val="8661C5"/>
    <a:srgbClr val="D59DFF"/>
    <a:srgbClr val="0069BA"/>
    <a:srgbClr val="9BF00B"/>
    <a:srgbClr val="0F7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6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D4086-6760-4A07-A2C0-2C57329AC766}" type="datetime8">
              <a:rPr lang="en-US" altLang="ja-JP" smtClean="0">
                <a:latin typeface="Segoe UI" pitchFamily="34" charset="0"/>
              </a:rPr>
              <a:t>2/3/2026 2:53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03A3E576-4155-45F8-A593-6555FE5C48FD}" type="datetime8">
              <a:rPr lang="en-US" altLang="ja-JP" smtClean="0"/>
              <a:t>2/3/2026 2:53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AFD7-27EC-4AAC-9148-071552814DE8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76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264D3-2858-4508-9323-A448B683F999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43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260348" cy="687298"/>
          </a:xfrm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6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EF27-197B-424C-8D2E-B3D85D11400C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F737D20-642B-FF52-1398-DEB9E9031A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0572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0666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0978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E8DA29A1-2D04-4FAF-806C-C63B316ECD02}" type="datetime1">
              <a:rPr lang="ja-JP" altLang="en-US" smtClean="0"/>
              <a:t>2026/2/3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67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867024"/>
            <a:ext cx="9144000" cy="66479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46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25308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CEB4A-72BC-4164-BE3F-B53EA82F5E0D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98" r:id="rId1"/>
    <p:sldLayoutId id="2147485399" r:id="rId2"/>
    <p:sldLayoutId id="2147485405" r:id="rId3"/>
    <p:sldLayoutId id="2147485400" r:id="rId4"/>
    <p:sldLayoutId id="214748540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豫见河南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5723"/>
            <a:ext cx="9144000" cy="1655762"/>
          </a:xfrm>
        </p:spPr>
        <p:txBody>
          <a:bodyPr/>
          <a:lstStyle/>
          <a:p>
            <a:r>
              <a:t>基于最短路径思路的旅游智能规划系统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背景与目标</a:t>
            </a:r>
          </a:p>
          <a:p>
            <a:pPr/>
            <a:r>
              <a:t>产品设计与流程</a:t>
            </a:r>
          </a:p>
          <a:p>
            <a:pPr/>
            <a:r>
              <a:t>算法思路与价值</a:t>
            </a:r>
          </a:p>
          <a:p>
            <a:pPr/>
            <a:r>
              <a:t>演示与总结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第一部分：背景与问题定义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为什么这个问题值得做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现实痛点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跨城市出行路线选择复杂</a:t>
            </a:r>
          </a:p>
          <a:p>
            <a:pPr/>
            <a:r>
              <a:t>传统人工规划容易出现绕路</a:t>
            </a:r>
          </a:p>
          <a:p>
            <a:pPr/>
            <a:r>
              <a:t>时间与费用难以兼顾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构建可视化、可解释的规划系统</a:t>
            </a:r>
          </a:p>
          <a:p>
            <a:pPr/>
            <a:r>
              <a:t>把路线推荐建立在清晰依据上</a:t>
            </a:r>
          </a:p>
          <a:p>
            <a:pPr/>
            <a:r>
              <a:t>输出可执行的行程方案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第二部分：产品流程与页面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从需求输入到方案输出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面向旅游规划场景的智能推荐演示系统</a:t>
            </a:r>
          </a:p>
          <a:p>
            <a:pPr/>
            <a:r>
              <a:t>核心闭环：选点-推荐-路径-行程输出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业务流程总览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选择景点并确定起终点</a:t>
            </a:r>
          </a:p>
          <a:p>
            <a:pPr/>
            <a:r>
              <a:t>设置必经点形成个性化约束</a:t>
            </a:r>
          </a:p>
          <a:p>
            <a:pPr/>
            <a:r>
              <a:t>系统计算并生成更优路径</a:t>
            </a:r>
          </a:p>
          <a:p>
            <a:pPr/>
            <a:r>
              <a:t>展示分段与总指标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页面分工：前半链路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明确主题与入口</a:t>
            </a:r>
          </a:p>
          <a:p>
            <a:pPr/>
            <a:r>
              <a:t>完成景点筛选与加入行程</a:t>
            </a:r>
          </a:p>
          <a:p>
            <a:pPr/>
            <a:r>
              <a:t>三段式设置起点、终点、必经点</a:t>
            </a:r>
          </a:p>
          <a:p>
            <a:pPr/>
            <a:r>
              <a:t>形成路线约束输入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页面分工：后半链路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展示路线结构与分段信息</a:t>
            </a:r>
          </a:p>
          <a:p>
            <a:pPr/>
            <a:r>
              <a:t>支持路径解释</a:t>
            </a:r>
          </a:p>
          <a:p>
            <a:pPr/>
            <a:r>
              <a:t>输出总里程、总耗时、总费用</a:t>
            </a:r>
          </a:p>
          <a:p>
            <a:pPr/>
            <a:r>
              <a:t>支持结果分享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第三部分：算法思路与价值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不讲代码，只讲决策逻辑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为什么采用最短路径思路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旅游路线本质是多地点之间的连接优化</a:t>
            </a:r>
          </a:p>
          <a:p>
            <a:pPr/>
            <a:r>
              <a:t>网络化抽象后可系统比较路线优劣</a:t>
            </a:r>
          </a:p>
          <a:p>
            <a:pPr/>
            <a:r>
              <a:t>相较经验规划更可量化、可复核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核心决策流程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确定起点、终点与必经点</a:t>
            </a:r>
          </a:p>
          <a:p>
            <a:pPr/>
            <a:r>
              <a:t>分段寻找更优连接</a:t>
            </a:r>
          </a:p>
          <a:p>
            <a:pPr/>
            <a:r>
              <a:t>拼接完整路线并汇总指标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算法价值体现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路线更合理，减少无效绕行</a:t>
            </a:r>
          </a:p>
          <a:p>
            <a:pPr/>
            <a:r>
              <a:t>推荐可解释，便于用户理解</a:t>
            </a:r>
          </a:p>
          <a:p>
            <a:pPr/>
            <a:r>
              <a:t>结果可比较，利于选择方案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实物演示视频说明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00:00-00:20 说明场景与目标</a:t>
            </a:r>
          </a:p>
          <a:p>
            <a:pPr/>
            <a:r>
              <a:t>00:20-01:00 设置起终点与必经点</a:t>
            </a:r>
          </a:p>
          <a:p>
            <a:pPr/>
            <a:r>
              <a:t>01:00-01:50 展示系统路线与分段结果</a:t>
            </a:r>
          </a:p>
          <a:p>
            <a:pPr/>
            <a:r>
              <a:t>01:50-02:30 展示行程输出并总结依据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总结与未来方向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优势：流程完整、方法清晰、可视化直观</a:t>
            </a:r>
          </a:p>
          <a:p>
            <a:pPr/>
            <a:r>
              <a:t>不足：复杂约束场景仍有优化空间</a:t>
            </a:r>
          </a:p>
          <a:p>
            <a:pPr/>
            <a:r>
              <a:t>未来：多目标优化 + 个性化推荐 + 场景扩展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92b655a-ec86-4731-b25e-ce4ddeb8f50a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14B0F575CA0844802D129D294118DE" ma:contentTypeVersion="15" ma:contentTypeDescription="Create a new document." ma:contentTypeScope="" ma:versionID="ddeb9392fca9bbc19e06b6db1f4d7da5">
  <xsd:schema xmlns:xsd="http://www.w3.org/2001/XMLSchema" xmlns:xs="http://www.w3.org/2001/XMLSchema" xmlns:p="http://schemas.microsoft.com/office/2006/metadata/properties" xmlns:ns1="http://schemas.microsoft.com/sharepoint/v3" xmlns:ns2="492b655a-ec86-4731-b25e-ce4ddeb8f50a" xmlns:ns3="3a08ec24-c134-4431-b5bd-1238984bf104" targetNamespace="http://schemas.microsoft.com/office/2006/metadata/properties" ma:root="true" ma:fieldsID="b4aac29b193bd248a2c97bf3d1b392e3" ns1:_="" ns2:_="" ns3:_="">
    <xsd:import namespace="http://schemas.microsoft.com/sharepoint/v3"/>
    <xsd:import namespace="492b655a-ec86-4731-b25e-ce4ddeb8f50a"/>
    <xsd:import namespace="3a08ec24-c134-4431-b5bd-1238984bf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b655a-ec86-4731-b25e-ce4ddeb8f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8ec24-c134-4431-b5bd-1238984bf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2C5518-CD65-41F9-81F5-3B54EA95E1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464A2-010A-429F-B102-182C12F712B5}">
  <ds:schemaRefs>
    <ds:schemaRef ds:uri="3a08ec24-c134-4431-b5bd-1238984bf104"/>
    <ds:schemaRef ds:uri="492b655a-ec86-4731-b25e-ce4ddeb8f5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26463-9703-463C-8B84-43B770C9AC27}">
  <ds:schemaRefs>
    <ds:schemaRef ds:uri="3a08ec24-c134-4431-b5bd-1238984bf104"/>
    <ds:schemaRef ds:uri="492b655a-ec86-4731-b25e-ce4ddeb8f5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BIZ UDPゴシック</vt:lpstr>
      <vt:lpstr>游ゴシック</vt:lpstr>
      <vt:lpstr>Arial</vt:lpstr>
      <vt:lpstr>Segoe UI</vt:lpstr>
      <vt:lpstr>Office テーマ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オンプレミス環境におけるAzure Backupのご紹介</dc:title>
  <dc:subject/>
  <dc:creator>Tatsumi Yamamoto</dc:creator>
  <cp:keywords/>
  <dc:description/>
  <cp:lastModifiedBy>yama pan</cp:lastModifiedBy>
  <cp:revision>5</cp:revision>
  <dcterms:created xsi:type="dcterms:W3CDTF">2023-10-17T02:59:42Z</dcterms:created>
  <dcterms:modified xsi:type="dcterms:W3CDTF">2026-02-02T17:54:37Z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0x0101001A14B0F575CA0844802D129D294118DE</vt:lpwstr>
  </property>
</Properties>
</file>