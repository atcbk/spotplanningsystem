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397" r:id="rId4"/>
  </p:sldMasterIdLst>
  <p:notesMasterIdLst>
    <p:notesMasterId r:id="rId5"/>
  </p:notesMasterIdLst>
  <p:handoutMasterIdLst>
    <p:handoutMasterId r:id="rId6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6873BD37-0A4B-4A66-9927-4BB2253D0FE1}">
          <p14:sldIdLst/>
        </p14:section>
        <p14:section name="いただいていた情報" id="{DD873206-5943-4484-A1D4-06977CB94B0F}">
          <p14:sldIdLst/>
        </p14:section>
        <p14:section name="アクションプラン案" id="{3809D747-99BD-482A-9DA3-4CC7BBA781D4}">
          <p14:sldIdLst/>
        </p14:section>
      </p14:sectionLst>
    </p:ext>
    <p:ext uri="{EFAFB233-063F-42B5-8137-9DF3F51BA10A}">
      <p15:sldGuideLst xmlns:p15="http://schemas.microsoft.com/office/powerpoint/2012/main">
        <p15:guide id="2" orient="horz" pos="640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hor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0E6FF"/>
    <a:srgbClr val="2F2F2F"/>
    <a:srgbClr val="666666"/>
    <a:srgbClr val="000000"/>
    <a:srgbClr val="8661C5"/>
    <a:srgbClr val="D59DFF"/>
    <a:srgbClr val="0069BA"/>
    <a:srgbClr val="9BF00B"/>
    <a:srgbClr val="0F78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08"/>
      </p:cViewPr>
      <p:guideLst>
        <p:guide orient="horz" pos="64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5D4086-6760-4A07-A2C0-2C57329AC766}" type="datetime8">
              <a:rPr lang="en-US" altLang="ja-JP" smtClean="0">
                <a:latin typeface="Segoe UI" pitchFamily="34" charset="0"/>
              </a:rPr>
              <a:t>2/3/2026 2:53 AM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03A3E576-4155-45F8-A593-6555FE5C48FD}" type="datetime8">
              <a:rPr lang="en-US" altLang="ja-JP" smtClean="0"/>
              <a:t>2/3/2026 2:53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854B7E-5968-7EEC-4798-C94D25850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911CDEF-3B7F-DD63-F943-9C77EFBA3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8654D6-4D98-F4D8-1B0E-B5FFF2F18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6AFD7-27EC-4AAC-9148-071552814DE8}" type="datetime1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9B2DED-5CB1-7866-9A05-DE9726585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6B3586D-278E-D36F-E08E-41B3CC450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C7EE5-525F-42BC-A0F7-BD37EC376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5765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970017-256E-6D9D-0DE0-B3EF683B525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>
            <a:normAutofit/>
          </a:bodyPr>
          <a:lstStyle>
            <a:lvl1pPr>
              <a:defRPr sz="3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8AF0DF-C085-7071-60FF-7EDB579E9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 sz="2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BF0B4F-8565-FFDF-9C86-406C507A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264D3-2858-4508-9323-A448B683F999}" type="datetime1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2FEB89-CFDF-69CC-F601-BBB03449C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6EB223-36B5-BD20-7CE9-7CC6182E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C7EE5-525F-42BC-A0F7-BD37EC376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4437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970017-256E-6D9D-0DE0-B3EF683B5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826" y="136525"/>
            <a:ext cx="11260348" cy="687298"/>
          </a:xfrm>
          <a:ln>
            <a:noFill/>
          </a:ln>
        </p:spPr>
        <p:txBody>
          <a:bodyPr>
            <a:normAutofit/>
          </a:bodyPr>
          <a:lstStyle>
            <a:lvl1pPr>
              <a:defRPr sz="3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8AF0DF-C085-7071-60FF-7EDB579E9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826" y="944367"/>
            <a:ext cx="5630174" cy="5275278"/>
          </a:xfrm>
        </p:spPr>
        <p:txBody>
          <a:bodyPr>
            <a:normAutofit/>
          </a:bodyPr>
          <a:lstStyle>
            <a:lvl1pPr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 sz="2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BF0B4F-8565-FFDF-9C86-406C507A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DEF27-197B-424C-8D2E-B3D85D11400C}" type="datetime1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2FEB89-CFDF-69CC-F601-BBB03449C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6EB223-36B5-BD20-7CE9-7CC6182E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C7EE5-525F-42BC-A0F7-BD37EC376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BF737D20-642B-FF52-1398-DEB9E9031A6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944367"/>
            <a:ext cx="5630174" cy="5275278"/>
          </a:xfrm>
        </p:spPr>
        <p:txBody>
          <a:bodyPr>
            <a:normAutofit/>
          </a:bodyPr>
          <a:lstStyle>
            <a:lvl1pPr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 sz="2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 sz="1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05723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1EAB70-9C2C-1F54-1791-F3CC84409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10666"/>
            <a:ext cx="10515600" cy="2852737"/>
          </a:xfrm>
        </p:spPr>
        <p:txBody>
          <a:bodyPr anchor="b"/>
          <a:lstStyle>
            <a:lvl1pPr>
              <a:defRPr sz="60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0383DC-EAFC-666C-B83B-2CBBB52D3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10978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8401C1-F1FB-8E05-7412-2161C83E0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E8DA29A1-2D04-4FAF-806C-C63B316ECD02}" type="datetime1">
              <a:rPr lang="ja-JP" altLang="en-US" smtClean="0"/>
              <a:t>2026/2/3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F7BEDB-2A54-2D65-A2BA-227D2F19C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6AE3F8-D30F-3C32-541D-BEFE422A3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9A4C7EE5-525F-42BC-A0F7-BD37EC376DF4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26709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m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867024"/>
            <a:ext cx="9144000" cy="664797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04699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200" spc="0" baseline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41253089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24E2E4B-928C-236E-5CEB-C19D8970E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826" y="136525"/>
            <a:ext cx="11041812" cy="68729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62CD2D-C6E9-3249-BE29-C79211049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826" y="944367"/>
            <a:ext cx="11041812" cy="52752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94A1F4-5F86-5766-C9C3-6F4D8A3A45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ECEB4A-72BC-4164-BE3F-B53EA82F5E0D}" type="datetime1">
              <a:rPr kumimoji="1" lang="ja-JP" altLang="en-US" smtClean="0"/>
              <a:t>2026/2/3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76D1E1-6953-851D-7828-5556EA6525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C25ECB-C4ED-013F-602D-F30AC3703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C7EE5-525F-42BC-A0F7-BD37EC376D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192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98" r:id="rId1"/>
    <p:sldLayoutId id="2147485399" r:id="rId2"/>
    <p:sldLayoutId id="2147485405" r:id="rId3"/>
    <p:sldLayoutId id="2147485400" r:id="rId4"/>
    <p:sldLayoutId id="2147485404" r:id="rId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豫见河南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75723"/>
            <a:ext cx="9144000" cy="1655762"/>
          </a:xfrm>
        </p:spPr>
        <p:txBody>
          <a:bodyPr/>
          <a:lstStyle/>
          <a:p>
            <a:r>
              <a:t>基于最短路径思路的旅游智能规划系统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汇报结构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项目背景与目标</a:t>
            </a:r>
          </a:p>
          <a:p>
            <a:pPr/>
            <a:r>
              <a:t>产品流程与核心页面</a:t>
            </a:r>
          </a:p>
          <a:p>
            <a:pPr/>
            <a:r>
              <a:t>算法思路与价值</a:t>
            </a:r>
          </a:p>
          <a:p>
            <a:pPr/>
            <a:r>
              <a:t>结果、总结与展望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背景痛点：为什么要做这件事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跨城市旅游路线选择复杂，人工规划容易绕路</a:t>
            </a:r>
          </a:p>
          <a:p>
            <a:pPr/>
            <a:r>
              <a:t>时间、费用、体验难以同时平衡</a:t>
            </a:r>
          </a:p>
          <a:p>
            <a:pPr/>
            <a:r>
              <a:t>用户同时关心“去哪儿”和“怎么走更合理”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项目目标：把规划变成可解释的闭环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形成“选点-推荐-路径-结果输出”完整链路</a:t>
            </a:r>
          </a:p>
          <a:p>
            <a:pPr/>
            <a:r>
              <a:t>给出可量化、可复核的路线建议</a:t>
            </a:r>
          </a:p>
          <a:p>
            <a:pPr/>
            <a:r>
              <a:t>用可视化结果支撑快速决策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产品流程总览（五页面）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首页：主题与入口</a:t>
            </a:r>
          </a:p>
          <a:p>
            <a:pPr/>
            <a:r>
              <a:t>景点页：筛选与选择</a:t>
            </a:r>
          </a:p>
          <a:p>
            <a:pPr/>
            <a:r>
              <a:t>推荐页：起点/终点/必经点</a:t>
            </a:r>
          </a:p>
          <a:p>
            <a:pPr/>
            <a:r>
              <a:t>路径页：分段路线与总指标</a:t>
            </a:r>
          </a:p>
          <a:p>
            <a:pPr/>
            <a:r>
              <a:t>结果页：行程输出与分享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核心页面展示：推荐页 + 路径页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三段式选择：起点、终点、必经点</a:t>
            </a:r>
          </a:p>
          <a:p>
            <a:pPr/>
            <a:r>
              <a:t>输入约束后即时更新链路</a:t>
            </a:r>
          </a:p>
          <a:p>
            <a:pPr/>
            <a:r>
              <a:t>展示分段路线结构</a:t>
            </a:r>
          </a:p>
          <a:p>
            <a:pPr/>
            <a:r>
              <a:t>同步统计里程、耗时、费用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算法思路（非技术化表达）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先确定出发点、终点与必经点</a:t>
            </a:r>
          </a:p>
          <a:p>
            <a:pPr/>
            <a:r>
              <a:t>在各段路径中寻找更优连接</a:t>
            </a:r>
          </a:p>
          <a:p>
            <a:pPr/>
            <a:r>
              <a:t>拼接为完整路线并汇总核心指标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算法价值：结果为什么可信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减少无效绕行，路线更合理</a:t>
            </a:r>
          </a:p>
          <a:p>
            <a:pPr/>
            <a:r>
              <a:t>推荐过程可解释，便于答辩讲解</a:t>
            </a:r>
          </a:p>
          <a:p>
            <a:pPr/>
            <a:r>
              <a:t>结果可量化，支持多方案比较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已实现从输入到输出的完整演示闭环</a:t>
            </a:r>
          </a:p>
          <a:p>
            <a:pPr/>
            <a:r>
              <a:t>下一步支持“距离/时间/费用”多目标策略</a:t>
            </a:r>
          </a:p>
          <a:p>
            <a:pPr/>
            <a:r>
              <a:t>从“通用最优”迈向“个体最优”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492b655a-ec86-4731-b25e-ce4ddeb8f50a" xsi:nil="true"/>
    <_ip_UnifiedCompliancePolicyProperties xmlns="http://schemas.microsoft.com/sharepoint/v3" xsi:nil="true"/>
    <_ip_UnifiedCompliancePolicyUIAction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14B0F575CA0844802D129D294118DE" ma:contentTypeVersion="15" ma:contentTypeDescription="Create a new document." ma:contentTypeScope="" ma:versionID="ddeb9392fca9bbc19e06b6db1f4d7da5">
  <xsd:schema xmlns:xsd="http://www.w3.org/2001/XMLSchema" xmlns:xs="http://www.w3.org/2001/XMLSchema" xmlns:p="http://schemas.microsoft.com/office/2006/metadata/properties" xmlns:ns1="http://schemas.microsoft.com/sharepoint/v3" xmlns:ns2="492b655a-ec86-4731-b25e-ce4ddeb8f50a" xmlns:ns3="3a08ec24-c134-4431-b5bd-1238984bf104" targetNamespace="http://schemas.microsoft.com/office/2006/metadata/properties" ma:root="true" ma:fieldsID="b4aac29b193bd248a2c97bf3d1b392e3" ns1:_="" ns2:_="" ns3:_="">
    <xsd:import namespace="http://schemas.microsoft.com/sharepoint/v3"/>
    <xsd:import namespace="492b655a-ec86-4731-b25e-ce4ddeb8f50a"/>
    <xsd:import namespace="3a08ec24-c134-4431-b5bd-1238984bf1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2b655a-ec86-4731-b25e-ce4ddeb8f5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08ec24-c134-4431-b5bd-1238984bf10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2C5518-CD65-41F9-81F5-3B54EA95E1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37464A2-010A-429F-B102-182C12F712B5}">
  <ds:schemaRefs>
    <ds:schemaRef ds:uri="3a08ec24-c134-4431-b5bd-1238984bf104"/>
    <ds:schemaRef ds:uri="492b655a-ec86-4731-b25e-ce4ddeb8f50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F726463-9703-463C-8B84-43B770C9AC27}">
  <ds:schemaRefs>
    <ds:schemaRef ds:uri="3a08ec24-c134-4431-b5bd-1238984bf104"/>
    <ds:schemaRef ds:uri="492b655a-ec86-4731-b25e-ce4ddeb8f5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0</Words>
  <Application>Microsoft Office PowerPoint</Application>
  <PresentationFormat>ワイド画面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0</vt:i4>
      </vt:variant>
    </vt:vector>
  </HeadingPairs>
  <TitlesOfParts>
    <vt:vector size="5" baseType="lpstr">
      <vt:lpstr>BIZ UDPゴシック</vt:lpstr>
      <vt:lpstr>游ゴシック</vt:lpstr>
      <vt:lpstr>Arial</vt:lpstr>
      <vt:lpstr>Segoe UI</vt:lpstr>
      <vt:lpstr>Office テーマ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オンプレミス環境におけるAzure Backupのご紹介</dc:title>
  <dc:subject/>
  <dc:creator>Tatsumi Yamamoto</dc:creator>
  <cp:keywords/>
  <dc:description/>
  <cp:lastModifiedBy>yama pan</cp:lastModifiedBy>
  <cp:revision>5</cp:revision>
  <dcterms:created xsi:type="dcterms:W3CDTF">2023-10-17T02:59:42Z</dcterms:created>
  <dcterms:modified xsi:type="dcterms:W3CDTF">2026-02-02T17:54:37Z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0x0101001A14B0F575CA0844802D129D294118DE</vt:lpwstr>
  </property>
</Properties>
</file>